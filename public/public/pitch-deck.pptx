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Hospitality, on autopilot.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 is the AI operating layer that runs guest communication, task coordination, and reservation money for professional operators.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623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Shervin Enayati · CEO &amp; Co-founder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stack is full. The work still sits with people.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arrive on Airbnb, Booking.com, Vrbo, email, SMS, and WhatsApp, and someone still has to answer them.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fix is physical, the request dies in a thread instead of becoming a task someone owns.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reservation revenue and the money that hits the bank are reconciled by hand.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slip when guests, cleaners, owners, and operators are not in the same loop.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results, when the tools are used together.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is the direction those tools run in. Follow it, and the operation is built to produce: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who feel looked after, not queued.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ratings that rise as the loop gets tighter.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 from the listings the operator already has.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across the portfolio, once the rest is in place.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 the operation into one AI brand.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sits above the PMS, the channels, and the bank. It automates support, communication, and task management across every stakeholder.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end: the inbound message, the task, the charge, and the record.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support sits over the automation.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stay confident the AI is controlled, tuned, and doing what they decided.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623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Not a replacement PMS.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UNIFIED INBOX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touchpoint. One thread.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guest interaction is tracked, including sentiment. The workflows are built so the greater majority of inbound inquiries can be resolved without a person.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Airbnb, Booking.com, Vrbo, email, SMS, WhatsApp, and the lamp in the property.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sits on the thread.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Genie can finish it, it finishes it. When it cannot, it opens the task.</a:t>
            </a:r>
            <a:endParaRPr lang="en-US" sz="1800" dirty="0"/>
          </a:p>
        </p:txBody>
      </p:sp>
      <p:pic>
        <p:nvPicPr>
          <p:cNvPr id="7" name="Image 0" descr="/workspace/public/unified-in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417320"/>
            <a:ext cx="5303520" cy="29809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COORDINATION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Genie runs the physical world, too.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Guests, cleaners, homeowners, and operators share one coordinator.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inquiry needs someone on site, Genie creates the task and watches it.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 inquiry stays open until the physical work is done.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and cleaning do the job. Genie keeps everyone else in the loop.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standard covers a hotel room and a vacation home.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revenue, checked against the bank.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reservation has an expected amount.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transactions, through a connection such as Plaid, confirm the money arrived.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card payouts are watched for later disputes, then flagged and chased.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sees what should have landed, what landed, and what is still open.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thousand intents. One rating.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counts how often each intent in a tree of more than 1,000 hospitality intents is triggered.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unit has access issues. Which unit has furniture complaints.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translation in up to 50 languages, so each stakeholder reads the same chat in their own language.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scoreboard is average rating. As collaboration tightens, that number moves, and nightly rates can follow.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operator decides the tree. Genie stays inside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hospitality patterns are predefined. Onboarding selects the template that fits. Every branch can be rewritten.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message is read for its intent, then matched to the tree.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resolution, and action are the ones the operator already chose.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intent is missing, our team expands the tree. That tree is the driving software.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2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support stays available over the automated layer.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brand operators can plug into.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professional operators, from 20 to 2,000+ listings. $25, $20, or $18 per listing each month, by portfolio size.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789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E7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operator, as reported by Superhost Management: 120 listings in Vancouver and Los Angeles. Response completion moved from 35% to over 85% in 35 days. Average rating moved from 4.55 to 4.83 in the first 100 days. 87% of suggested tasks were completed.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623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Shervin Enayati · CEO &amp; Co-founder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support@talktogenie.ai · talktogenie.ai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TalkToGenie.ai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0" y="6446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TalkToGenie.ai — Investor briefing</dc:title>
  <dc:subject>The AI operating layer for hospitality</dc:subject>
  <dc:creator>Shervin Enayati</dc:creator>
  <cp:lastModifiedBy>Shervin Enayati</cp:lastModifiedBy>
  <cp:revision>1</cp:revision>
  <dcterms:created xsi:type="dcterms:W3CDTF">2026-10-02T00:52:32Z</dcterms:created>
  <dcterms:modified xsi:type="dcterms:W3CDTF">2026-10-02T00:52:32Z</dcterms:modified>
</cp:coreProperties>
</file>